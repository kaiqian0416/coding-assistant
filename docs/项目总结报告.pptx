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5" Type="http://schemas.openxmlformats.org/officeDocument/2006/relationships/viewProps" Target="viewProps.xml" /><Relationship Id="rId4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7" Type="http://schemas.openxmlformats.org/officeDocument/2006/relationships/tableStyles" Target="tableStyles.xml" /><Relationship Id="rId4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AI驱动的编程练习助手 —— 项目总结报告（PPT）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1：封面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🚀 AI驱动的编程练习助手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AI-Powered Coding Practice Assistant</a:t>
            </a:r>
          </a:p>
          <a:p>
            <a:pPr lvl="0" indent="0" marL="0">
              <a:buNone/>
            </a:pPr>
            <a:r>
              <a:rPr b="1"/>
              <a:t>项目总结报告</a:t>
            </a:r>
          </a:p>
          <a:p>
            <a:pPr lvl="0"/>
            <a:r>
              <a:rPr/>
              <a:t>项目组：AI编程练习助手开发组</a:t>
            </a:r>
          </a:p>
          <a:p>
            <a:pPr lvl="0"/>
            <a:r>
              <a:rPr/>
              <a:t>提交日期：2026年6月</a:t>
            </a:r>
          </a:p>
          <a:p>
            <a:pPr lvl="0"/>
            <a:r>
              <a:rPr/>
              <a:t>技术栈：Spring Boot + Vue 3 + MySQL + 智谱AI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2：项目背景与目标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项目背景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AI在教育领域的应用日益广泛</a:t>
            </a:r>
          </a:p>
          <a:p>
            <a:pPr lvl="0"/>
            <a:r>
              <a:rPr/>
              <a:t>传统编程学习平台缺乏</a:t>
            </a:r>
            <a:r>
              <a:rPr b="1"/>
              <a:t>个性化指导</a:t>
            </a:r>
          </a:p>
          <a:p>
            <a:pPr lvl="0"/>
            <a:r>
              <a:rPr/>
              <a:t>学生需要</a:t>
            </a:r>
            <a:r>
              <a:rPr b="1"/>
              <a:t>实时错误诊断</a:t>
            </a:r>
            <a:r>
              <a:rPr/>
              <a:t>和</a:t>
            </a:r>
            <a:r>
              <a:rPr b="1"/>
              <a:t>针对性练习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🎯 项目目标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打造一个</a:t>
            </a:r>
            <a:r>
              <a:rPr b="1"/>
              <a:t>智能Web编程练习平台</a:t>
            </a:r>
            <a:r>
              <a:rPr/>
              <a:t>，融合：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核心能力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说明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🤖 AI代码诊断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错误分析 + 修复建议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🔍 AI代码审查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防”面向结果编程”（硬编码）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📝 在线练习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Python代码编写提交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个性化推荐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薄弱知识点自动推荐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🏆 成就+排名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游戏化激励机制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3：技术架构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 技术架构全景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┌────────────┐   ┌─────────────┐   ┌───────────┐
│  Vue 3 前端 │──→│ Spring Boot  │──→│  MySQL 8  │
│  Pinia状态   │   │  API网关      │   │  数据存储  │
│  TypeScript │   │  ORM/Service  │   │  5张核心表 │
│  Vite构建   │   │  JSR-303校验  │   └───────────┘
└────────────┘   └───────┬───────┘
                         ↓
                  ┌─────────────┐
                  │  智谱AI API  │
                  │  GLM-4-Plus  │
                  └─────────────┘</a:t>
            </a:r>
          </a:p>
          <a:p>
            <a:pPr lvl="0" indent="0" marL="0">
              <a:buNone/>
            </a:pPr>
            <a:r>
              <a:rPr b="1"/>
              <a:t>关键技术点：</a:t>
            </a:r>
            <a:r>
              <a:rPr/>
              <a:t> - ✅ 前后端分离 + RESTful API + JSON交互 - ✅ 统一响应格式（ApiResponse） - ✅ 分层架构（Controller → Service → Mapper → Entity） - ✅ Session认证 + BCrypt密码加密 - ✅ AI服务接口化（真实API / 模拟回退）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4：核心功能全景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核心功能矩阵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👨‍🎓 普通用户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注册登录 → 浏览题库 → 写代码提交 → AI诊断 → 学习统计 → 推荐 → 排行榜 → 打卡 → 成就 → 错题本 → 改密码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👨‍💼 管理员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管理后台 → 题目管理(CRUD) → AI出题 → 题目审核 → 提交记录 → 用户管理 → 成就管理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完成度：100%</a:t>
            </a:r>
            <a:br/>
            <a:r>
              <a:rPr b="1"/>
              <a:t>后端接口：27个</a:t>
            </a:r>
            <a:r>
              <a:rPr/>
              <a:t> | </a:t>
            </a:r>
            <a:r>
              <a:rPr b="1"/>
              <a:t>前端页面：15个</a:t>
            </a:r>
            <a:r>
              <a:rPr/>
              <a:t> | </a:t>
            </a:r>
            <a:r>
              <a:rPr b="1"/>
              <a:t>数据库表：5张</a:t>
            </a:r>
            <a:r>
              <a:rPr/>
              <a:t> | </a:t>
            </a:r>
            <a:r>
              <a:rPr b="1"/>
              <a:t>预置题目：15道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5：判题引擎 —— 核心技术亮点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⚙️ 判题引擎设计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提交代码 → ① Python真实执行 → ② 输出比对
             ↓ 失败则回退
             模拟判题(分析print语句)
           ↓
         ③ AI代码审查（防硬编码）
             ├── 真实API: 智谱AI判断
             └── 模拟: 检测input()/变量/print()
           ↓
         ④ 诊断+反馈+更新学习统计</a:t>
            </a:r>
          </a:p>
          <a:p>
            <a:pPr lvl="0" indent="0" marL="0">
              <a:buNone/>
            </a:pPr>
            <a:r>
              <a:rPr b="1"/>
              <a:t>亮点：</a:t>
            </a:r>
            <a:r>
              <a:rPr/>
              <a:t> - 🔄 </a:t>
            </a:r>
            <a:r>
              <a:rPr b="1"/>
              <a:t>双模式</a:t>
            </a:r>
            <a:r>
              <a:rPr/>
              <a:t>：真实执行优先，Python不可用时自动回退 - 🛡️ </a:t>
            </a:r>
            <a:r>
              <a:rPr b="1"/>
              <a:t>防作弊</a:t>
            </a:r>
            <a:r>
              <a:rPr/>
              <a:t>：</a:t>
            </a:r>
            <a:r>
              <a:rPr>
                <a:latin typeface="Courier"/>
              </a:rPr>
              <a:t>print(8)</a:t>
            </a:r>
            <a:r>
              <a:rPr/>
              <a:t> 直接拦截，最高15分 - 📊 </a:t>
            </a:r>
            <a:r>
              <a:rPr b="1"/>
              <a:t>实时统计</a:t>
            </a:r>
            <a:r>
              <a:rPr/>
              <a:t>：每次提交自动更新知识点掌握度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6：AI集成 —— 三大AI场景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🤖 AI能力矩阵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2006600"/>
                <a:gridCol w="2451100"/>
                <a:gridCol w="2451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调用时机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提示词优化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Key？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错误诊断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代码错误时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“3-5句话，直接指出哪里错怎么改”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无→模拟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代码审查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每次提交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“判断真正解题vs硬编码，返回JSON”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无→规则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辅助出题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管理员操作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“返回JSON题目/样例/参考代码”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无→模板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技术细节：</a:t>
            </a:r>
            <a:r>
              <a:rPr/>
              <a:t> - 统一</a:t>
            </a:r>
            <a:r>
              <a:rPr>
                <a:latin typeface="Courier"/>
              </a:rPr>
              <a:t>AiService</a:t>
            </a:r>
            <a:r>
              <a:rPr/>
              <a:t>接口，</a:t>
            </a:r>
            <a:r>
              <a:rPr>
                <a:latin typeface="Courier"/>
              </a:rPr>
              <a:t>AiServiceImpl</a:t>
            </a:r>
            <a:r>
              <a:rPr/>
              <a:t>单类管理 - JSON自动清理markdown标记（</a:t>
            </a:r>
            <a:r>
              <a:rPr>
                <a:latin typeface="Courier"/>
              </a:rPr>
              <a:t>```json ```</a:t>
            </a:r>
            <a:r>
              <a:rPr/>
              <a:t>） - </a:t>
            </a:r>
            <a:r>
              <a:rPr>
                <a:latin typeface="Courier"/>
              </a:rPr>
              <a:t>max_tokens=1200</a:t>
            </a:r>
            <a:r>
              <a:rPr/>
              <a:t> 平衡回复长度 - 智谱AI/DeepSeek可切换（OpenAI兼容格式）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7：数据库设计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🗄 数据库设计（5张核心表）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user ─1:N─→ submission ←─1:N─ question
  │                               
  └─1:N─→ learning_stats
achievement (独立配置表)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9500"/>
                <a:gridCol w="2413000"/>
                <a:gridCol w="1612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关键字段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亮点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password(BCrypt), role, ability_level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空邮箱→null避免UNIQUE冲突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review_status(pending→approved)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审核流程保证质量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submission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result, score, ai_diagnosis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完整记录提交全生命周期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learning_stats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accuracy(动态计算)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每次提交自动UPDATE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achievement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condition_type + condition_value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数据库驱动、管理员可配置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8：用户体验设计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🎨 用户体验亮点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登录页</a:t>
            </a:r>
          </a:p>
          <a:p>
            <a:pPr lvl="0"/>
            <a:r>
              <a:rPr/>
              <a:t>🌌 </a:t>
            </a:r>
            <a:r>
              <a:rPr b="1"/>
              <a:t>Canvas粒子背景</a:t>
            </a:r>
            <a:r>
              <a:rPr/>
              <a:t>（粒子追踪鼠标、星空闪烁、极光流动）</a:t>
            </a:r>
          </a:p>
          <a:p>
            <a:pPr lvl="0"/>
            <a:r>
              <a:rPr/>
              <a:t>🪟 </a:t>
            </a:r>
            <a:r>
              <a:rPr b="1"/>
              <a:t>毛玻璃登录框</a:t>
            </a:r>
            <a:r>
              <a:rPr/>
              <a:t>（Glassmorphism）</a:t>
            </a:r>
          </a:p>
          <a:p>
            <a:pPr lvl="0"/>
            <a:r>
              <a:rPr/>
              <a:t>🎆 </a:t>
            </a:r>
            <a:r>
              <a:rPr b="1"/>
              <a:t>烟花特效</a:t>
            </a:r>
            <a:r>
              <a:rPr/>
              <a:t>（Canvas实现，5秒礼花）</a:t>
            </a:r>
          </a:p>
          <a:p>
            <a:pPr lvl="0"/>
            <a:r>
              <a:rPr/>
              <a:t>🎉 </a:t>
            </a:r>
            <a:r>
              <a:rPr b="1"/>
              <a:t>欢迎弹窗</a:t>
            </a:r>
            <a:r>
              <a:rPr/>
              <a:t>（打字机效果、随机名言、区分管理员/学员）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全局主题</a:t>
            </a:r>
          </a:p>
          <a:p>
            <a:pPr lvl="0"/>
            <a:r>
              <a:rPr/>
              <a:t>🌙 </a:t>
            </a:r>
            <a:r>
              <a:rPr b="1"/>
              <a:t>深色模式</a:t>
            </a:r>
            <a:r>
              <a:rPr/>
              <a:t>（默认）：深空蓝黑 + 霓虹紫粉渐变</a:t>
            </a:r>
          </a:p>
          <a:p>
            <a:pPr lvl="0"/>
            <a:r>
              <a:rPr/>
              <a:t>☀️ </a:t>
            </a:r>
            <a:r>
              <a:rPr b="1"/>
              <a:t>浅色模式</a:t>
            </a:r>
            <a:r>
              <a:rPr/>
              <a:t>：浅灰白底色</a:t>
            </a:r>
          </a:p>
          <a:p>
            <a:pPr lvl="0"/>
            <a:r>
              <a:rPr/>
              <a:t>🎯 </a:t>
            </a:r>
            <a:r>
              <a:rPr b="1"/>
              <a:t>一键切换</a:t>
            </a:r>
            <a:r>
              <a:rPr/>
              <a:t>：导航栏按钮，localStorage持久化</a:t>
            </a:r>
          </a:p>
          <a:p>
            <a:pPr lvl="0"/>
            <a:r>
              <a:rPr/>
              <a:t>🎨 </a:t>
            </a:r>
            <a:r>
              <a:rPr b="1"/>
              <a:t>CSS变量驱动</a:t>
            </a:r>
            <a:r>
              <a:rPr/>
              <a:t>：20+个主题变量统一管理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交互细节</a:t>
            </a:r>
          </a:p>
          <a:p>
            <a:pPr lvl="0"/>
            <a:r>
              <a:rPr/>
              <a:t>毛玻璃卡片 + hover上浮</a:t>
            </a:r>
          </a:p>
          <a:p>
            <a:pPr lvl="0"/>
            <a:r>
              <a:rPr/>
              <a:t>渐变按钮 + hover流光扫过</a:t>
            </a:r>
          </a:p>
          <a:p>
            <a:pPr lvl="0"/>
            <a:r>
              <a:rPr/>
              <a:t>自定义细滚动条</a:t>
            </a:r>
          </a:p>
          <a:p>
            <a:pPr lvl="0"/>
            <a:r>
              <a:rPr/>
              <a:t>Inter字体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9：游戏化激励体系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🎮 游戏化功能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页面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🏆 排行榜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通过数排名，前三名🥇🥈🥉，自己高亮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/leaderboard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📅 打卡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每日提交≥1→✅已打卡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首页卡片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🎖 成就系统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7个预置成就，进度条展示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/achievements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📝 错题本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自动收集，一键复制代码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/wrong-answers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成就列表：</a:t>
            </a:r>
          </a:p>
          <a:p>
            <a:pPr lvl="0" indent="0">
              <a:buNone/>
            </a:pPr>
            <a:r>
              <a:rPr>
                <a:latin typeface="Courier"/>
              </a:rPr>
              <a:t>📝第一步(P1) → 🎉首胜(P1) → ⭐小试牛刀(P5) → 🌟渐入佳境(P10)
🏆题库探险家(P25) → 💪越挫越勇(W5) → 🔥百折不挠(W10)</a:t>
            </a:r>
          </a:p>
          <a:p>
            <a:pPr lvl="0" indent="0" marL="0">
              <a:buNone/>
            </a:pPr>
            <a:r>
              <a:rPr/>
              <a:t>管理员可自由增删改，系统根据用户数据</a:t>
            </a:r>
            <a:r>
              <a:rPr b="1"/>
              <a:t>自动计算</a:t>
            </a:r>
            <a:r>
              <a:rPr/>
              <a:t>是否满足。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10：代码质量 —— 规避三大缺陷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🛠 规避往届三大开发缺陷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❌ 缺陷1：代码书写风格混乱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我们的解决方案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命名不一致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统一驼峰/下划线命名，MyBatis-Plus自动映射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POJO冗余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Lombok @Data简化getter/setter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硬编码颜色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CSS变量20+主题色统一管理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魔法值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枚举常量化（user/admin, approved/pending等）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❌ 缺陷2：模块耦合严重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我们的解决方案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前后端强耦合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RESTful API + 统一ApiResponse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Service直接依赖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面向接口编程（5个接口+5个Impl）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AI切换困难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AiService接口抽象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❌ 缺陷3：测试覆盖不足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我们的解决方案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无测试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64个测试用例，100%通过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异常无处理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GlobalExceptionHandler全局异常处理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参数无校验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JSR-303注解校验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11：项目文件统计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项目规模统计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后端（Java）</a:t>
            </a:r>
          </a:p>
          <a:p>
            <a:pPr lvl="0" indent="0">
              <a:buNone/>
            </a:pPr>
            <a:r>
              <a:rPr>
                <a:latin typeface="Courier"/>
              </a:rPr>
              <a:t>文件总数：    42 个
  Controller: 7 个（27个API端点）
  Service:    5接口+5实现
  Mapper:     5个
  Entity:     5个
  DTO:        7个
  Config:     7个
代码行数：    ~3800行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前端（Vue 3）</a:t>
            </a:r>
          </a:p>
          <a:p>
            <a:pPr lvl="0" indent="0">
              <a:buNone/>
            </a:pPr>
            <a:r>
              <a:rPr>
                <a:latin typeface="Courier"/>
              </a:rPr>
              <a:t>文件总数：    25 个
  页面组件:   15个
  公共组件:   2个
  API封装:    1个（28个API方法）
  Store:      3个
  路由:       1个（17条路由）
代码行数：    ~3200行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数据库</a:t>
            </a:r>
          </a:p>
          <a:p>
            <a:pPr lvl="0" indent="0">
              <a:buNone/>
            </a:pPr>
            <a:r>
              <a:rPr>
                <a:latin typeface="Courier"/>
              </a:rPr>
              <a:t>表：        5张
索引：      13个
预置数据：  16条（1管理员+15题）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12：开发过程记录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📅 开发历程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阶段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时间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🏗 基础搭建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Spring Boot + Vue 3项目初始化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🗄 数据库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5张表设计 + 15道预置题目SQL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🔧 后端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分层架构+27个API接口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1-2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🎨 前端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15个页面+路由+API封装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2-3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🤖 AI集成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智谱AI诊断/审查/出题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🛡 质量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防硬编码/角色分离/权限校验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3-4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✨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粒子/烟花/毛玻璃/双主题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4-5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🎮 特色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排行榜/打卡/成就/错题本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测试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64用例+11个缺陷修复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5-6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📝 文档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需求/设计/测试/总结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Day 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13：测试总结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🧪 测试结果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数据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测试用例总数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通过数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失败数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通过率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发现缺陷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11个</a:t>
                      </a:r>
                      <a:r>
                        <a:rPr/>
                        <a:t>（均已修复）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功能覆盖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核心功能100%，异常场景≥80%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缺陷严重程度分布</a:t>
            </a:r>
          </a:p>
          <a:p>
            <a:pPr lvl="0" indent="0">
              <a:buNone/>
            </a:pPr>
            <a:r>
              <a:rPr>
                <a:latin typeface="Courier"/>
              </a:rPr>
              <a:t>严重: ██ (2个 - BCrypt兼容/判题模式)
中等: ████ (4个 - AI解析/硬编码检测/截断)
一般: ███ (3个 - 用户名校验/邮箱/主题)
轻微: ██ (2个 - 卡片尺寸/布局)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14：项目亮点总结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✨ 项目亮点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亮点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🤖 </a:t>
                      </a:r>
                      <a:r>
                        <a:rPr b="1"/>
                        <a:t>双AI融合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智谱AI诊断+代码审查+辅助出题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🛡 </a:t>
                      </a:r>
                      <a:r>
                        <a:rPr b="1"/>
                        <a:t>防作弊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AI代码审查防硬编码，不可欺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🎮 </a:t>
                      </a:r>
                      <a:r>
                        <a:rPr b="1"/>
                        <a:t>游戏化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排行榜+打卡+成就，激励持续学习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🎨 </a:t>
                      </a:r>
                      <a:r>
                        <a:rPr b="1"/>
                        <a:t>炫酷UI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粒子背景+毛玻璃+烟花+双主题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🏗 </a:t>
                      </a:r>
                      <a:r>
                        <a:rPr b="1"/>
                        <a:t>架构清晰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分层解耦、接口编程、数据库驱动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</a:t>
                      </a:r>
                      <a:r>
                        <a:rPr b="1"/>
                        <a:t>完整闭环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做题→判题→诊断→统计→推荐→进步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🧪 </a:t>
                      </a:r>
                      <a:r>
                        <a:rPr b="1"/>
                        <a:t>全量测试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64用例100%通过，11缺陷全修复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📝 </a:t>
                      </a:r>
                      <a:r>
                        <a:rPr b="1"/>
                        <a:t>文档齐全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需求/设计/测试/总结4份文档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15：未来展望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🔮 未来展望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描述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优先级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🌐 多语言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支持Java/C++/JS等判题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💬 题解讨论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每道题下方评论/点赞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⏱ 限时挑战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随机出题+倒计时竞技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📋 学习路径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知识点路线图引导学习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🐳 Docker部署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一键部署+安全沙箱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📊 教师仪表盘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班级整体学习数据分析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📱 移动端适配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响应式布局+PWA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🔗 代码分享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生成分享卡片+链接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幻灯片 16：致谢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🙏 感谢聆听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AI驱动的编程练习助手</a:t>
            </a:r>
          </a:p>
          <a:p>
            <a:pPr lvl="0" indent="0">
              <a:buNone/>
            </a:pPr>
            <a:r>
              <a:rPr>
                <a:latin typeface="Courier"/>
              </a:rPr>
              <a:t>"代码是写给人看的，顺便能在机器上运行。"
                              — Harold Abelson</a:t>
            </a:r>
          </a:p>
          <a:p>
            <a:pPr lvl="0" indent="0" marL="0">
              <a:buNone/>
            </a:pPr>
            <a:r>
              <a:rPr b="1"/>
              <a:t>技术栈：</a:t>
            </a:r>
            <a:r>
              <a:rPr/>
              <a:t> Spring Boot 3.2 + Vue 3.5 + TypeScript 6 + MySQL 8 + 智谱AI</a:t>
            </a:r>
            <a:br/>
            <a:r>
              <a:rPr b="1"/>
              <a:t>项目仓库：</a:t>
            </a:r>
            <a:r>
              <a:rPr/>
              <a:t> coding-assistant</a:t>
            </a:r>
            <a:br/>
            <a:r>
              <a:rPr b="1"/>
              <a:t>文档版本：</a:t>
            </a:r>
            <a:r>
              <a:rPr/>
              <a:t> V1.0 / 2026年6月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2026-06-21T13:13:39Z</dcterms:created>
  <dcterms:modified xsi:type="dcterms:W3CDTF">2026-06-21T13:13:39Z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